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1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6B9A265-5998-DA60-DB05-3B2409EC553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126659"/>
            <a:ext cx="9144000" cy="2104103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QUALIFICATION NUMBER: QUALIFICATION NAME</a:t>
            </a:r>
          </a:p>
          <a:p>
            <a:r>
              <a:rPr lang="en-GB" dirty="0"/>
              <a:t>SUBJECT CODE: SUBJECT DESCRIPTION</a:t>
            </a:r>
          </a:p>
          <a:p>
            <a:r>
              <a:rPr lang="en-GB" dirty="0"/>
              <a:t>TOPIC CODE: TOPIC DESCRIPTION</a:t>
            </a:r>
          </a:p>
          <a:p>
            <a:r>
              <a:rPr lang="en-GB" dirty="0"/>
              <a:t>LPN: LPN DESCRIPTION</a:t>
            </a:r>
            <a:endParaRPr lang="en-ZA" dirty="0"/>
          </a:p>
        </p:txBody>
      </p:sp>
      <p:pic>
        <p:nvPicPr>
          <p:cNvPr id="8" name="Picture 7" descr="A close-up of a logo&#10;&#10;AI-generated content may be incorrect.">
            <a:extLst>
              <a:ext uri="{FF2B5EF4-FFF2-40B4-BE49-F238E27FC236}">
                <a16:creationId xmlns:a16="http://schemas.microsoft.com/office/drawing/2014/main" id="{3989D3B6-B3CA-1B44-E2E1-4098E5AE71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8655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FF6AA04-34F8-C34D-E28D-FFE2DE264FA9}"/>
              </a:ext>
            </a:extLst>
          </p:cNvPr>
          <p:cNvSpPr txBox="1"/>
          <p:nvPr userDrawn="1"/>
        </p:nvSpPr>
        <p:spPr>
          <a:xfrm>
            <a:off x="1356851" y="5491878"/>
            <a:ext cx="4139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FACILITATOR NAME</a:t>
            </a:r>
          </a:p>
        </p:txBody>
      </p:sp>
    </p:spTree>
    <p:extLst>
      <p:ext uri="{BB962C8B-B14F-4D97-AF65-F5344CB8AC3E}">
        <p14:creationId xmlns:p14="http://schemas.microsoft.com/office/powerpoint/2010/main" val="313251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21A71-9896-1C2B-BBBF-AC552EC54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5816"/>
            <a:ext cx="12192000" cy="844839"/>
          </a:xfrm>
          <a:solidFill>
            <a:srgbClr val="FF0000"/>
          </a:solidFill>
        </p:spPr>
        <p:txBody>
          <a:bodyPr>
            <a:normAutofit/>
          </a:bodyPr>
          <a:lstStyle>
            <a:lvl1pPr marL="266700" indent="0"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58F79-8C96-D5C5-86D5-CB28B21B8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63" y="1339273"/>
            <a:ext cx="12007273" cy="5237018"/>
          </a:xfrm>
        </p:spPr>
        <p:txBody>
          <a:bodyPr/>
          <a:lstStyle>
            <a:lvl1pPr>
              <a:defRPr sz="36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ZA" dirty="0"/>
          </a:p>
        </p:txBody>
      </p:sp>
      <p:pic>
        <p:nvPicPr>
          <p:cNvPr id="8" name="Picture 7" descr="A close-up of a logo&#10;&#10;AI-generated content may be incorrect.">
            <a:extLst>
              <a:ext uri="{FF2B5EF4-FFF2-40B4-BE49-F238E27FC236}">
                <a16:creationId xmlns:a16="http://schemas.microsoft.com/office/drawing/2014/main" id="{51104C7E-A4E3-3267-7453-946A1B962C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00911" y="235815"/>
            <a:ext cx="3391089" cy="844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8292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E37715-9FA4-466D-1C68-D7B70A285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686927"/>
          </a:xfrm>
          <a:prstGeom prst="rect">
            <a:avLst/>
          </a:prstGeom>
          <a:solidFill>
            <a:srgbClr val="FF0000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873CAD-5616-D750-C8A3-CA272510D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583" y="1378363"/>
            <a:ext cx="11933582" cy="5310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ZA" dirty="0"/>
          </a:p>
        </p:txBody>
      </p:sp>
      <p:pic>
        <p:nvPicPr>
          <p:cNvPr id="9" name="Picture 8" descr="A close-up of a logo&#10;&#10;AI-generated content may be incorrect.">
            <a:extLst>
              <a:ext uri="{FF2B5EF4-FFF2-40B4-BE49-F238E27FC236}">
                <a16:creationId xmlns:a16="http://schemas.microsoft.com/office/drawing/2014/main" id="{C1AA500D-B3CD-A952-E0D1-2BCC6ACD387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38522" y="6168886"/>
            <a:ext cx="2153478" cy="68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755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179388" indent="0"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cap="all" baseline="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400" b="1" kern="1200">
          <a:solidFill>
            <a:schemeClr val="bg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kern="1200">
          <a:solidFill>
            <a:schemeClr val="bg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ACEE3-401A-BA1E-5ACC-AB0D384B3C1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386348" y="406400"/>
            <a:ext cx="9144000" cy="2387600"/>
          </a:xfrm>
        </p:spPr>
        <p:txBody>
          <a:bodyPr/>
          <a:lstStyle/>
          <a:p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BCE603-695C-C17D-F9B0-402AB7F192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05399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Pierre Wepener</dc:creator>
  <cp:lastModifiedBy>Pierre Wepener</cp:lastModifiedBy>
  <cp:revision>1</cp:revision>
  <dcterms:created xsi:type="dcterms:W3CDTF">2026-02-24T10:39:53Z</dcterms:created>
  <dcterms:modified xsi:type="dcterms:W3CDTF">2026-02-24T10:59:38Z</dcterms:modified>
</cp:coreProperties>
</file>